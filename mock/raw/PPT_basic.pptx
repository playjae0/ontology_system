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조립공정 설비 현황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2026년 상반기 · 조립 1라인 · 조립기술팀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노칭 공정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노칭 프레스는 금형으로 전극 원단을 타발한다.</a:t>
            </a:r>
          </a:p>
          <a:p>
            <a:pPr/>
            <a:r>
              <a:rPr sz="1800"/>
              <a:t>금형 클리어런스는 20±2㎛로 관리한다.</a:t>
            </a:r>
          </a:p>
          <a:p>
            <a:pPr/>
            <a:r>
              <a:rPr sz="1800"/>
              <a:t>타발 후 치수는 비전 측정기로 자동 측정한다.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노칭 — 관리 인자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전극 언와인더의 원단 장력은 25±3N이다.</a:t>
            </a:r>
          </a:p>
          <a:p>
            <a:pPr/>
            <a:r>
              <a:rPr sz="1800"/>
              <a:t>사행량은 EPC 센서로 ±1.0mm 이내 관리한다.</a:t>
            </a:r>
          </a:p>
          <a:p>
            <a:pPr/>
            <a:r>
              <a:rPr sz="1800"/>
              <a:t>타발 속도 상한은 설비 레시피에 고정되어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스태킹 공정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스태커는 분리막과 전극을 교대로 적층한다.</a:t>
            </a:r>
          </a:p>
          <a:p>
            <a:pPr/>
            <a:r>
              <a:rPr sz="1800"/>
              <a:t>적층 정렬도 규격은 ±0.2mm이다.</a:t>
            </a:r>
          </a:p>
          <a:p>
            <a:pPr/>
            <a:r>
              <a:rPr sz="1800"/>
              <a:t>정렬 센서는 일일 교정 대상이다.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스태킹 — 관리 인자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흡착 압력은 -60±5kPa로 관리한다.</a:t>
            </a:r>
          </a:p>
          <a:p>
            <a:pPr/>
            <a:r>
              <a:rPr sz="1800"/>
              <a:t>분리막 장력 이상은 주름의 직접 원인이다.</a:t>
            </a:r>
          </a:p>
          <a:p>
            <a:pPr/>
            <a:r>
              <a:rPr sz="1800"/>
              <a:t>적층 속도는 60±5ppm를 상한으로 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탭용접 공정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초음파 융착기가 극성별로 탭을 접합한다.</a:t>
            </a:r>
          </a:p>
          <a:p>
            <a:pPr/>
            <a:r>
              <a:rPr sz="1800"/>
              <a:t>cathode는 용접 진폭 40±3㎛, anode는 35±3㎛이다.</a:t>
            </a:r>
          </a:p>
          <a:p>
            <a:pPr/>
            <a:r>
              <a:rPr sz="1800"/>
              <a:t>혼 마모량은 누적 타수로 관리한다.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패키징·주액 공정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파우치 포밍기의 포밍 깊이는 8±0.3mm이다.</a:t>
            </a:r>
          </a:p>
          <a:p>
            <a:pPr/>
            <a:r>
              <a:rPr sz="1800"/>
              <a:t>주액기는 정량 노즐로 전해액을 주입한다.</a:t>
            </a:r>
          </a:p>
          <a:p>
            <a:pPr/>
            <a:r>
              <a:rPr sz="1800"/>
              <a:t>챔버 진공도는 5±1Pa로 유지한다.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실링 공정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실러는 180±5℃에서 파우치를 밀봉한다.</a:t>
            </a:r>
          </a:p>
          <a:p>
            <a:pPr/>
            <a:r>
              <a:rPr sz="1800"/>
              <a:t>실링 압력 0.4±0.05MPa, 실링 시간 3.0±0.2s로 관리한다.</a:t>
            </a:r>
          </a:p>
          <a:p>
            <a:pPr/>
            <a:r>
              <a:rPr sz="1800"/>
              <a:t>밀봉 불량은 누설 검사로 전수 확인한다.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금기 하반기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금형 교체 주기를 누적 타수 기준으로 하향 조정한다.</a:t>
            </a:r>
          </a:p>
          <a:p>
            <a:pPr/>
            <a:r>
              <a:rPr sz="1800"/>
              <a:t>정렬 센서 일일 교정을 표준 작업에 편입한다.</a:t>
            </a:r>
          </a:p>
          <a:p>
            <a:pPr/>
            <a:r>
              <a:rPr sz="1800"/>
              <a:t>도포량 인라인 계측 설비 도입을 검토한다.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